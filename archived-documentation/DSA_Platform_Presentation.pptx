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🚀 Syntaxia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DSA Learning Platform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Full-Stack EdTech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Presented By: Tushar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Date: 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📊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5 weeks development time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DSA Problem Platform with scalability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Next.js 16.1.6 + TypeScript 5.0 + PostgreSQL 16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Full-Stack Web Application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Admin Panel + User Interface</a:t>
            </a:r>
          </a:p>
        </p:txBody>
      </p:sp>
      <p:pic>
        <p:nvPicPr>
          <p:cNvPr id="4" name="Picture 3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❓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Project Motivation: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Motivation: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🇧🇩 Build a DSA learning platform for Bangladesh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🎯 Enable students to learn and practice DSA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📚 Inspired by platforms like Algomaster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🔧 Create a customizable solution with admin control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Key Focus Areas: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Admin panel for content management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Visual progress tracking for students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Clean, beginner-friendly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💡 My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What I Built: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Learning Platform - DSA practice for students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Admin Dashboard - Content management + Analytics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Activity Heatmap - GitHub-style progress tracking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Modern Clean UI - Beginner-friendly interface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Clerk Authentication - Secure user + role management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Monaco Editor - Professional code editor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🛠️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Frontend: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Next.js 16.1.6 (App Router) + TypeScript 5.0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Tailwind CSS 3.4 + Monaco Editor + Radix UI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Backend: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PostgreSQL 16 + Prisma ORM 7.4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PrismaPg Adapter + Clerk Auth + Server Actions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Architecture: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MVC Pattern + 3NF Database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Client (Next.js + React)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Authentication (Clerk)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Business Logic (Server Actions)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Data Layer (Prisma ORM)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Database (PostgreSQL - 12 Tables)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5 Sprints: Planning → Design → 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→ Testing →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✨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For Students: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Browse problems with filters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Monaco Editor + Real-time execution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Activity Heatmap (365-day)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Bookmarking &amp; Progress tracking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Celebration animations 🎉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For Admins: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Complete CRUD Operations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User Management + RBAC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Analytics Dashboard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Content Management</a:t>
            </a:r>
          </a:p>
        </p:txBody>
      </p:sp>
      <p:pic>
        <p:nvPicPr>
          <p:cNvPr id="4" name="Picture 3" descr="herosec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🗄️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Complete 12 Tables in 3NF: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User • Problem • Solution • Topic • Tag • Company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TestCase • Bookmark • Discussion • Reply • Note • ActivityLog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Academic Justification: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Third Normal Form (3NF) - Eliminates transitive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dependencies and data redundancies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Key Relationships: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User → Solution (1:M) • Problem → TestCase (1:M)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Problem ↔ Tag (M:M) • Problem ↔ Company (M:M)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Performance Optimizations: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B-tree indexes on foreign keys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Connection pooling via PrismaPg adapter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🔧 Technical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1. Code Execution Security ⚠️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→ Sandboxed environment, timeout limits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✅ Security measures implemented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2. Database Performance 🐌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→ Indexing + Connection pooling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✅ Query optimization applied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3. Activity Heatmap 📊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→ Client-side computation + Caching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✅ Rendering optimized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🧪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Testing Coverage: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85%+ Code Coverage Achieved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Test Matrix: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50+ Unit Tests - All Passed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30+ Integration Tests - All Passed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10+ E2E System Workflows - All Passed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Bug Resolution: 10/10 (100% Resolution Rate)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Security Audit: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Security Score: 98/100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SQL Injection - Prevented (Prisma parameterized)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XSS - Prevented (React auto-escaping + CSP)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Auth Bypass - Prevented (Clerk JWT + RBAC)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⚡ Performance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Empirical Performance Data: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Average API Response Time: 180ms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(Target: &lt;500ms - Exceeded by 64%)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Lighthouse Performance Score: 96/100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Database Query Time: &lt;50ms average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Optimizations Implemented: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Strategic B-tree indexing • Connection pooling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Server Actions • Efficient queries • Data caching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🏆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Development Cycle: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5 weeks Agile development (5 sprints)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50+ React components built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Maintainable, well-documented codebase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Technical Implementations: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Complete CRUD operations for problems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Clerk authentication with RBAC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GitHub-style activity tracking (365-day)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Real-time code execution engine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Admin analytics dashboard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Performance Achievement: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96/100 Lighthouse Score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180ms average API response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🖥️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Platform Walkthrough: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1. Browse Problems → Filter &amp; Search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2. Code Editor → Write &amp; Test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3. Submit Solution → Real-time feedback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4. Dashboard → Activity Heatmap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5. Admin Panel → CRUD Operations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Highlights: Monaco editor, Confetti 🎉, Heatmap</a:t>
            </a:r>
          </a:p>
        </p:txBody>
      </p:sp>
      <p:pic>
        <p:nvPicPr>
          <p:cNvPr id="5" name="Picture 4" descr="CRUD_Operation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🚀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Q2 2025: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Multi-language support (Python, Java, C++)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Enhanced search features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AI-based difficulty calculator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Q3-Q4 2025: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Contest system + Leaderboards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Mobile app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AI hints + Video tutorials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Enterprise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🎯 Conclusion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Project Summary: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Addresses learning platform needs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Full-stack web application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Authentication with Clerk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✅ Database with Prisma ORM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Key Features: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DSA platform with admin panel, visual progress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tracking, and code editor integration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🙏 Thank You! Questions?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GitHub: @tusharsno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